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Directional Graph Networks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Anisotropic Message Passing in Graph Neural Networks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CS768 Midsem Project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Implementation and Analysis on ZINC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Standard GNNs use isotropic aggregation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All neighbors are treated equally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Cannot capture directional structures effectively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Why Directionality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Molecular graphs contain directional bonding patterns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Transport and physical systems involve flow-like relationships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Directional propagation improves long-range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Core Idea of DGN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Introduce globally consistent graph directions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Use Laplacian eigenvectors to define vector fields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Perform anisotropic message passing on graphs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Graph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Graphs represent molecules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Nodes correspond to atoms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Edges correspond to chemical bonds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Laplacian Positional Encoding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Graph Laplacian: L = D - A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Eigenvectors capture global graph structure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Fiedler vector defines dominant graph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Directional Vector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Directional flow defined using eigenvector differences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F_ij = phi_j - phi_i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Creates orientation in undirected graphs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Directional Aggregation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Directional averaging operator B_av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Directional derivative operator B_dx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Captures smoothing and directional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Model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Embedding layer for atom features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Multiple DGN layers with residual connections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Graph pooling followed by regression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Implementation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Implemented using PyTorch Geometric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Dense matrix batching improved execution speed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LayerNorm and Dropout stabilized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Training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Hidden Dimension: 128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Layers: 5 | Batch Size: 32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Optimizer: AdamW | Epochs: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Loss 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Used Mean Absolute Error (MAE)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Measures average prediction error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Lower MAE indicates better prediction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Training and validation MAE decreased steadily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Observed Test MAE: 0.45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Target range: 0.3 - 0.4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Interpretation of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Directional aggregation improved graph expressiveness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Model learned meaningful structural patterns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Further tuning can improve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Challenges Faced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Sparse batching inconsistencies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Tensor dimension mismatches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Expensive eigendecomposition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Improvements Added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Residual connections reduced over-smoothing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Multiple eigenvectors improved geometry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Dense batching improved stability and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D5A"/>
          </a:solidFill>
          <a:ln>
            <a:solidFill>
              <a:srgbClr val="16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5A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863840" cy="3566160"/>
          </a:xfrm>
          <a:prstGeom prst="roundRect">
            <a:avLst/>
          </a:prstGeom>
          <a:solidFill>
            <a:srgbClr val="EBF0F8"/>
          </a:solidFill>
          <a:ln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132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DGNs introduce directional message passing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Laplacian eigenvectors define graph directions</a:t>
            </a:r>
          </a:p>
          <a:p>
            <a:pPr>
              <a:spcAft>
                <a:spcPts val="1800"/>
              </a:spcAft>
              <a:defRPr sz="2200">
                <a:solidFill>
                  <a:srgbClr val="2D2D2D"/>
                </a:solidFill>
              </a:defRPr>
            </a:pPr>
            <a:r>
              <a:t>Directional aggregation improves representation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CS768 • Directional Graph 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398</Words>
  <Application>Microsoft Office PowerPoint</Application>
  <PresentationFormat>On-screen Show (4:3)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Gandu Harideep</cp:lastModifiedBy>
  <cp:revision>2</cp:revision>
  <dcterms:created xsi:type="dcterms:W3CDTF">2013-01-27T09:14:16Z</dcterms:created>
  <dcterms:modified xsi:type="dcterms:W3CDTF">2026-05-09T13:38:13Z</dcterms:modified>
  <cp:category/>
</cp:coreProperties>
</file>